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 Lusion 唯美绘。这是一款基于 Three.js 构建的林间童话小镇，一个在浏览器里即可漫步的 3D 交互场景。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今天我会带大家走一遍这个项目的视觉成果、技术架构与核心实现。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唯美绘的定位，是把一本童话绘本变成可以走进去的 3D 世界。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它运行在浏览器里，无需安装；低多边形的美术风格，让光影与色彩成为主角。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接下来的几页，我会分别展示昼夜氛围、场景内容与技术实现。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昼夜系统是这个场景最直观的体验之一：一键切换白天、黄昏与夜晚，也可以开启自动流转。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光线、雾、天空与水面会随时段整体联动，营造完全不同的氛围。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小镇的内容分为三部分：建筑、自然与互动细节。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建筑群落包含六种结构；自然景观用低多边形植被铺满林间；互动细节包括木牌、信物与任务机关。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每个角落都值得走近看一看。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整个工程按职责拆分为八个模块，主循环统一驱动。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视觉表现的关键在 shaders 与 atmosphere：自定义材质负责花朵与水面的质感，氛围系统负责昼夜与雾。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下一页开始，我会展开三项核心技术。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地形是本项目第一个关键难题：程序化生成的起伏草甸，如何让所有物体稳稳站在上面。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我们用网格高度查询 + 双线性插值，让角色与物件吸附真实高度。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最终用两万个采样点量化验证，平均残差只有 0.0109，肉眼几乎不可见。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阴影是本项目另一个关键难题：默认的软阴影渲染会导致建筑消失，场景并不完整。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我们最终用大范围方向光窗口加超高分辨率阴影贴图，配合自定义高斯采样软阴影，让阴影稳定覆盖整座小镇。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无论从哪个视角看，阴影都始终在场，不再跟随镜头。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画面真实感的来源，是四层材质与光照细节。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花朵使用次表面散射着色器，逆光时花瓣透光；天空与雾使用大气散射；水面波光随视角变化。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夜晚再通过整体提亮与补光，保证暗部细节可读。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交互是这座小镇的入口：第一人称漫步配合俯视浏览，兼顾沉浸与全局。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昼夜与自动流转让时间流动起来；信物与机关构成轻量的探索目标。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最后一页，我想用一句话收束整个项目。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最后，我们想保留的愿景很简单：让童话不只在书页里，而是随时可以走进的一座小镇。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感谢观看，也欢迎在浏览器里亲自漫步一圈。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0.xml" Type="http://schemas.openxmlformats.org/officeDocument/2006/relationships/notesSlid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31870" b="3187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E1A">
              <a:alpha val="7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" y="9144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176000" y="9144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14400" y="5842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76000" y="5842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80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24892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LUSION PICTUREBOOK 3D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86000" y="30734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唯 美 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45212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林间童话小镇 · 一个可漫步的 3D 场景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286000" y="5588000"/>
            <a:ext cx="762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 一 座 可 漫 步 的 童 话 小 镇 —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67" b="67"/>
          <a:stretch>
            <a:fillRect/>
          </a:stretch>
        </p:blipFill>
        <p:spPr>
          <a:xfrm rot="0" flipH="false" flipV="false">
            <a:off x="762000" y="965200"/>
            <a:ext cx="3606800" cy="558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826000" y="0"/>
            <a:ext cx="7366000" cy="6858000"/>
          </a:xfrm>
          <a:prstGeom prst="roundRect">
            <a:avLst>
              <a:gd name="adj" fmla="val 0"/>
            </a:avLst>
          </a:prstGeom>
          <a:solidFill>
            <a:srgbClr val="1E30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304800"/>
            <a:ext cx="609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P.02 / OVERVIEW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0" y="10922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ONE · 项目概览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1625600"/>
            <a:ext cx="635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把童话装进浏览器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34000" y="2540000"/>
            <a:ext cx="635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TOWN YOU CAN WALK THROUGH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68745" flipH="false" flipV="false">
            <a:off x="5334063" y="30162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334000" y="3276600"/>
            <a:ext cx="6350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一座运行在浏览器中的低多边形 3D 场景。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林间草甸、溪流环绕，木屋、风车、钟楼、蘑菇屋与画廊错落其间——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一座可以漫步、可以互动、可以穿越昼夜的童话小镇。</a:t>
            </a:r>
          </a:p>
        </p:txBody>
      </p:sp>
      <p:cxnSp>
        <p:nvCxnSpPr>
          <p:cNvPr name="Connector 12" id="12"/>
          <p:cNvCxnSpPr/>
          <p:nvPr/>
        </p:nvCxnSpPr>
        <p:spPr>
          <a:xfrm rot="-7161" flipH="false" flipV="false">
            <a:off x="5334007" y="62928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334000" y="5842000"/>
            <a:ext cx="635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── 森林里的每一盏灯，都为你而亮 ──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922000" y="64262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5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P.03 / DAY &amp; NIGHT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398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TWO · 昼夜流转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558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024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一日三时，各得其所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5494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A6852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同一座小镇，三种光线语言：白天草甸透亮，黄昏长影暖金，夜晚灯火次第亮起。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3" b="3"/>
          <a:stretch>
            <a:fillRect/>
          </a:stretch>
        </p:blipFill>
        <p:spPr>
          <a:xfrm rot="0" flipH="false" flipV="false">
            <a:off x="762000" y="2489200"/>
            <a:ext cx="34163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3" b="3"/>
          <a:stretch>
            <a:fillRect/>
          </a:stretch>
        </p:blipFill>
        <p:spPr>
          <a:xfrm rot="0" flipH="false" flipV="false">
            <a:off x="4381500" y="2489200"/>
            <a:ext cx="34163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3" b="3"/>
          <a:stretch>
            <a:fillRect/>
          </a:stretch>
        </p:blipFill>
        <p:spPr>
          <a:xfrm rot="0" flipH="false" flipV="false">
            <a:off x="8001000" y="2489200"/>
            <a:ext cx="34163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62000" y="6375400"/>
            <a:ext cx="34163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60000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DAY · 白天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6375400"/>
            <a:ext cx="34163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60000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DUSK · 黄昏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6375400"/>
            <a:ext cx="34163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60000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NIGHT · 夜晚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02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P.04 / SCENERY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13984" r="13984" t="0" b="0"/>
          <a:stretch>
            <a:fillRect/>
          </a:stretch>
        </p:blipFill>
        <p:spPr>
          <a:xfrm rot="0" flipH="false" flipV="false">
            <a:off x="8255000" y="762000"/>
            <a:ext cx="3937000" cy="609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9398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THREE · 场景内容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422400"/>
            <a:ext cx="660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林间深处，万物有灵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844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LIVES IN THE WOODS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762063" y="26860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3048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76400" y="3022600"/>
            <a:ext cx="584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建筑群落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76400" y="33782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主屋 · 凉亭 · 风车 · 钟楼 · 蘑菇屋 · 画廊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14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76400" y="4089400"/>
            <a:ext cx="584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自然景观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76400" y="44450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古树 · 草甸 · 溪流 · 喷泉 · 低多边形植被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1816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676400" y="5156200"/>
            <a:ext cx="584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互动细节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76400" y="5511800"/>
            <a:ext cx="584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木牌 · 信物 · 任务机关 · 夜灯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6366" flipH="false" flipV="false">
            <a:off x="762006" y="62928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62000" y="5867400"/>
            <a:ext cx="660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── 走 进 小 镇，处 处 有 惊 喜 ──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41C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P.05 / ARCHITECTURE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398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FOUR · 技术架构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轻量工程，模块分明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84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BUILT WITH THREE.JS R185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924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原生 Three.js + Vite 构建，不依赖重量级框架。渲染、材质、氛围、交互、任务各司其职，主循环统一编排。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762063" y="44640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46736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自定义着色器直接采样阴影贴图，实现柔和软阴影；材质、氛围与后期三层共同塑造画面真实感。</a:t>
            </a:r>
            <a:endParaRPr lang="en-US" sz="1100"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588000" y="1524000"/>
          <a:ext cx="5842000" cy="497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937000"/>
              </a:tblGrid>
              <a:tr h="406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61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612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world.js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场景组装 · 地形生成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shaders.js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自定义材质 · SSS 花朵 · 水面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atmosphere.js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昼夜切换 · 雾与天空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controls.js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漫游 · 俯视 · 缩放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particles.js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光点 · 花瓣 · 萤火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postfx.js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泛光 · 色彩合成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quest.js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信物收集 · 机关互动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main.js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渲染主循环 · 状态编排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12" id="12"/>
          <p:cNvCxnSpPr/>
          <p:nvPr/>
        </p:nvCxnSpPr>
        <p:spPr>
          <a:xfrm rot="-7473" flipH="false" flipV="false">
            <a:off x="5588007" y="67500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P.06 / HIGHLIGHT 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9398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FIVE · 核心技术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E3024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每一步，都踩在真实地形上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60600"/>
            <a:ext cx="609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TERRAIN THAT HOLDS YOU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68745" flipH="false" flipV="false">
            <a:off x="762063" y="27622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0844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网格地形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54400"/>
            <a:ext cx="609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6852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程序化生成起伏草甸，行走与放置全部吸附真实高度，不再悬空。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7473" flipH="false" flipV="false">
            <a:off x="762007" y="40830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4318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高度采样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724400"/>
            <a:ext cx="609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6852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角色脚底按网格插值取高，行走、跳跃与物件落位保持稳定贴合。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7473" flipH="false" flipV="false">
            <a:off x="762007" y="53530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5588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量化验证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94400"/>
            <a:ext cx="609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6852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20,000 个采样点平均残差 0.0109，贴合误差降到肉眼不可见。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1655" b="1655"/>
          <a:stretch>
            <a:fillRect/>
          </a:stretch>
        </p:blipFill>
        <p:spPr>
          <a:xfrm rot="0" flipH="false" flipV="false">
            <a:off x="7366000" y="762000"/>
            <a:ext cx="4064000" cy="609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C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P.07 / HIGHLIGHT 02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27449" r="27449" t="0" b="0"/>
          <a:stretch>
            <a:fillRect/>
          </a:stretch>
        </p:blipFill>
        <p:spPr>
          <a:xfrm rot="0" flipH="false" flipV="false">
            <a:off x="7874000" y="762000"/>
            <a:ext cx="3810000" cy="5905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9398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FIVE · 核心技术 02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397000"/>
            <a:ext cx="660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阴影，覆盖整座小镇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590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SHADOWS EVERYWHERE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762063" y="2660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28702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±90°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16400"/>
            <a:ext cx="584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阴影投影覆盖范围 · 整座小镇都被笼罩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6875" flipH="false" flipV="false">
            <a:off x="762006" y="47942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50038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6144²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97200" y="50546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阴影贴图分辨率，远场景依旧锐利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6875" flipH="false" flipV="false">
            <a:off x="762006" y="5581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" y="57912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3×3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97200" y="58420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高斯采样软阴影，边缘自然过渡不闪烁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4262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A96B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── 建筑 · 植被 · 角色，共享同一套投影 ──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70196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P.08 / HIGHLIGHT 03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67" b="67"/>
          <a:stretch>
            <a:fillRect/>
          </a:stretch>
        </p:blipFill>
        <p:spPr>
          <a:xfrm rot="0" flipH="false" flipV="false">
            <a:off x="762000" y="1270000"/>
            <a:ext cx="5969000" cy="4635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6070600"/>
            <a:ext cx="596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A6852">
                    <a:alpha val="54902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FIELD OF FLOWERS · 花瓣与溪流微距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66000" y="9398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8448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FIVE · 核心技术 03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366000" y="13970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3024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材质，让童话接近真实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21336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MATERIALS WITH SOUL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68745" flipH="false" flipV="false">
            <a:off x="7366063" y="26098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0844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366000" y="2895600"/>
            <a:ext cx="63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78800" y="28702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024"/>
                </a:solidFill>
                <a:latin typeface="Noto Serif SC"/>
                <a:ea typeface="Noto Serif SC"/>
                <a:cs typeface="Noto Serif SC"/>
                <a:sym typeface="Noto Serif SC"/>
              </a:rPr>
              <a:t>SSS 花朵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78800" y="32258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6852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背光透光 · 菲涅尔描边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0742" flipH="false" flipV="false">
            <a:off x="7366010" y="3803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366000" y="3987800"/>
            <a:ext cx="63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78800" y="39624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02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大气散射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78800" y="43180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6852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瑞利 + 米氏天空与雾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0742" flipH="false" flipV="false">
            <a:off x="7366010" y="48958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366000" y="5080000"/>
            <a:ext cx="63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78800" y="50546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024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水面波光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78800" y="54102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6852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太阳高光随视角流动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0742" flipH="false" flipV="false">
            <a:off x="7366010" y="59880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6852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366000" y="6172200"/>
            <a:ext cx="63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0844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78800" y="61468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024"/>
                </a:solidFill>
                <a:latin typeface="Noto Serif SC"/>
                <a:ea typeface="Noto Serif SC"/>
                <a:cs typeface="Noto Serif SC"/>
                <a:sym typeface="Noto Serif SC"/>
              </a:rPr>
              <a:t>夜景提亮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78800" y="65024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6852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月光与补光，暗部依旧清晰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02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62000" y="304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0" y="304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>
                    <a:alpha val="65098"/>
                  </a:srgb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P.09 / INTERACTION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14022" r="14022" t="0" b="0"/>
          <a:stretch>
            <a:fillRect/>
          </a:stretch>
        </p:blipFill>
        <p:spPr>
          <a:xfrm rot="0" flipH="false" flipV="false">
            <a:off x="8128000" y="762000"/>
            <a:ext cx="3810000" cy="5905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9398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● CHAPTER SIX · 交互玩法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397000"/>
            <a:ext cx="660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走进小镇，像翻动绘本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590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PLAY · WALK · EXPLORE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762063" y="2660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29464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29210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漫游模式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276600"/>
            <a:ext cx="609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WASD 移动 · 空格跳跃 · Shift 疾跑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9116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38862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俯视模式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524000" y="4241800"/>
            <a:ext cx="609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一键上帝视角，俯瞰整座小镇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8768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8514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昼夜切换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24000" y="5207000"/>
            <a:ext cx="609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白天 / 黄昏 / 夜晚，或开启自动流转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558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524000" y="58166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任务信物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524000" y="6172200"/>
            <a:ext cx="609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E 键互动 · 收集信物 · 触发机关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6366" flipH="false" flipV="false">
            <a:off x="762006" y="6623050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31870" b="3187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E1A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" y="9144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176000" y="9144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14400" y="5842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76000" y="5842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80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81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LUSION · 唯美绘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1625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 品牌愿景 · Brand Vision 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86000" y="2489200"/>
            <a:ext cx="762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愿每座森林，都有一座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3352800"/>
            <a:ext cx="762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ChillJinshuSongMedium"/>
                <a:ea typeface="ChillJinshuSongMedium"/>
                <a:cs typeface="ChillJinshuSongMedium"/>
                <a:sym typeface="ChillJinshuSongMedium"/>
              </a:rPr>
              <a:t>可以走进去的小镇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286000" y="43688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4A9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MAY EVERY WOOD HAVE A TOWN TO ENTER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34376" flipH="false" flipV="false">
            <a:off x="5461032" y="507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2286000" y="5638800"/>
            <a:ext cx="762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 谢 观 看 · 欢 迎 漫 步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